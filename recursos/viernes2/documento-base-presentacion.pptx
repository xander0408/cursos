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E0A1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C6AD"/>
                </a:solidFill>
              </a:rPr>
              <a:t>VIERNES 2 · PRÁCTICA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Documento base: mejora del flujo de despachos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7B3C7"/>
                </a:solidFill>
              </a:rPr>
              <a:t>Material ficticio para armar una presentación ejecutiva. Planta Central y Lote Norte. No use datos reales.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E0A1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C6AD"/>
                </a:solidFill>
              </a:rPr>
              <a:t>AUDIENCIA Y PROPÓSITO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Para un equipo directivo simulado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B7B3C7"/>
                </a:solidFill>
              </a:rPr>
              <a:t>Preparar una presentación que discuta cómo reducir esperas en el despacho.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B7B3C7"/>
                </a:solidFill>
              </a:rPr>
              <a:t>No afirmar causas que todavía no han sido verificadas.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B7B3C7"/>
                </a:solidFill>
              </a:rPr>
              <a:t>La recomendación es una propuesta sujeta a decisión humana.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E0A1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C6AD"/>
                </a:solidFill>
              </a:rPr>
              <a:t>SITUACIÓN OBSERVADA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Lo que sí aparece en el caso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B7B3C7"/>
                </a:solidFill>
              </a:rPr>
              <a:t>En varios turnos de práctica se registraron esperas antes del despacho.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B7B3C7"/>
                </a:solidFill>
              </a:rPr>
              <a:t>Los registros ficticios no usan una misma descripción para todos los estados.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B7B3C7"/>
                </a:solidFill>
              </a:rPr>
              <a:t>Algunas novedades llegan por mensajes separados y luego deben consolidarse.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B7B3C7"/>
                </a:solidFill>
              </a:rPr>
              <a:t>No hay en este documento una causa confirmada ni una persona responsable.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E0A1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C6AD"/>
                </a:solidFill>
              </a:rPr>
              <a:t>EVIDENCIA DISPONIBLE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Qué se puede usar y qué no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B7B3C7"/>
                </a:solidFill>
              </a:rPr>
              <a:t>Hay un Excel ficticio de diez registros (Planta Central y Lote Norte).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B7B3C7"/>
                </a:solidFill>
              </a:rPr>
              <a:t>Incluye unidades, costo unitario ficticio, horas de retraso y estado.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B7B3C7"/>
                </a:solidFill>
              </a:rPr>
              <a:t>Sirve para cálculos de práctica, no representa resultados de una empresa.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B7B3C7"/>
                </a:solidFill>
              </a:rPr>
              <a:t>No hay metas oficiales, presupuesto aprobado ni fecha límite.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E0A1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C6AD"/>
                </a:solidFill>
              </a:rPr>
              <a:t>OPCIONES PARA DISCUTIR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Sin elegir ganador todavía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B7B3C7"/>
                </a:solidFill>
              </a:rPr>
              <a:t>Estandarizar los estados usados en el registro.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B7B3C7"/>
                </a:solidFill>
              </a:rPr>
              <a:t>Crear una revisión breve antes de cada despacho.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B7B3C7"/>
                </a:solidFill>
              </a:rPr>
              <a:t>Consolidar novedades en una sola plantilla.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B7B3C7"/>
                </a:solidFill>
              </a:rPr>
              <a:t>Probar un tablero básico durante un periodo todavía no definido.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E0A1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C6AD"/>
                </a:solidFill>
              </a:rPr>
              <a:t>RESTRICCIONES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Antes de presentar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B7B3C7"/>
                </a:solidFill>
              </a:rPr>
              <a:t>No afirmar que una opción resolverá el problema.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B7B3C7"/>
                </a:solidFill>
              </a:rPr>
              <a:t>No inventar ahorros, porcentajes, fechas, responsables ni metas.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B7B3C7"/>
                </a:solidFill>
              </a:rPr>
              <a:t>Marcar [VERIFICAR] cualquier dato que no aparezca aquí.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B7B3C7"/>
                </a:solidFill>
              </a:rPr>
              <a:t>Máximo cuatro viñetas por diapositiva en la versión ejecutiva final.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Documento base ficticio — despachos (Viernes 2)</dc:title>
  <dc:subject>Práctica De Información a Presentación Ejecutiva</dc:subject>
  <dc:creator>Magnatic</dc:creator>
  <cp:lastModifiedBy>Magnatic</cp:lastModifiedBy>
  <cp:revision>1</cp:revision>
  <dcterms:created xsi:type="dcterms:W3CDTF">2026-09-21T05:26:09Z</dcterms:created>
  <dcterms:modified xsi:type="dcterms:W3CDTF">2026-09-21T05:26:09Z</dcterms:modified>
</cp:coreProperties>
</file>