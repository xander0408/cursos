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A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Cronograma del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1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Apertura y conocernos (20 min): login, ChatGPT y Claude en otra pestana.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Historia de la IA + retos + quiz (incluye ML, deep learning y pioneros).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Fundamentos, como hablar con la IA, prompts y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Cierre: exportar avance y caso de practica (datos ficticios).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2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Excel (validar numeros) y PowerPoint (estructura, no cifras inventadas).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Analisis, productividad y comparador ChatGPT vs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copiar el prompt de tu caso, pegar, verificar,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 y constancia.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Ronda: conocernos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que te quita tiempo esta semana.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de clientes, montos reales ni nombres de terceros. El instructor conecta con tu caso de practica (ficticio).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quien es este curso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Gerencias que usan correo, Word y Excel.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Trabajamos con cuentas GRATIS de ChatGPT y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laboratorio web ordena la practica; la IA vive en otra pestana.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Los casos son inventados (Planta Norte). No uses datos internos.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Historia de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Antes de fechas: tu imagen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oyes inteligencia artificial, que ves?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Robot, pelicula, Excel magico, ChatGPT. Todas valen. Luego las aterrizamos.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Linea de tiempo (referencia visual)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Nacimiento del campo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empezo en 2022.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1950 — Alan Turing: el juego de imitacion (comportamiento).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1956 — Dartmouth: John McCarthy nombra inteligencia artificial.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Tambien: Minsky, Shannon, Newell, Simon, Samuel, Weizenbaum (ELIZA).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Luego inviernos: se prometio demasiado y se corto inversion.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Pioneros (referencia de aula)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tres usos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pronostico).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(vision,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Hinton, LeCun, Bengio; 2012 ImageNet.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 (Vaswani y equipo).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2022 chats masivos (ChatGPT, luego Claude y otros).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Genera texto; no firma ni es tu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herramientas actuales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existe hoy (cambia de nombre, no de idea)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Chats: ChatGPT, Claude, Gemini, Copilot, Grok y similares.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Modelos abiertos: Llama, Mistral y variantes que una empresa puede hospedar.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IA clasica en el negocio: vision de linea, scoring, pronosticos.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Este curso practica dos: ChatGPT Free y Claude Free.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Cuentas gratis: hasta donde llegan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Free vs Claude Free (ago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 Free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 Free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de chat ilimitado (modelo Luna), con antiabuso.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Archivos, imagenes y herramientas SI tienen tope.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haber anuncios. No es plan empresa.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creditos cada 5 horas aproximadamente.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Textos largos y modelos grandes gastan mas.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Usa Claude para COMPARAR, no para 80 iteraciones.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Plan de aula si se acaba el cupo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Nadie se queda parado.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Sigue en ChatGPT Free con el mismo prompt.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Anota: «Claude pendiente al reiniciar creditos».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subas Excel pesados ni imagenes si no hace falta.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Nunca pegues contratos, nomina, claves o clientes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Que es (y que no es)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telefono te sugiere la proxima palabra al escribir, pero mucho mas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pronostico.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si/no,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tu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mas formal, mas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unica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Decisiones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informacion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limites: alucinaciones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numero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'alucinacion':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habitos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situacion, el objetivo y el tono, te dara algo generico.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conversacion, no un boton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Leelo con ojo critico.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'mas corto', 'mas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Recien entonces, usalo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 buen pedido tiene 5 partes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ROL: quien debe ser la IA (analista, redactor...).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CONTEXTO: la situacion, sin datos sensibles.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OBJETIVO: que debe lograr exactamente.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FORMATO: como debe verse (correo, tabla, viñetas).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RESTRICCIONES: que NO debe hacer.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generico,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util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turno (2 min): dicta las 5 piezas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voz alta, con tu vecino: un correo de retraso SIN datos reales. Dile las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Cliente Alfa, Planta Norte, 3 dias. Prohibido montos y nombres de personas.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M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Metodologia A.C.T.I.V.A.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orden que usamos en el laboratorio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Analizar: cual es el problema de negocio (no el prompt).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Contextualizar: datos suficientes y permitidos.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Transformar: convertir eso en una solicitud clara (5 piezas).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Iterar: pedir ajustes; no te quedes con el primer borrador.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Verificar: hechos, riesgos, cifras fuera del chat.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Aplicar: un humano responsable envia o usa el resultado.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Reto en sala: ordena los 6 pasos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Sin mirar el portal: escriban A-C-T-I-V-A en un papel. Luego confirmen en el reto de flechas.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las flechas no mueven, recarga con Ctrl+F5. Hay que pulsar Continuar en cada leccion para abrir el siguiente modulo.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C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Casos de aula (Planta Norte)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1 — Queja de cliente industrial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Situacion (ficticia)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Que hace el alumno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Cliente Alfa: retraso de 3 dias.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Hay 10% en proxima compra; no hay reembolso.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conoces la causa raiz todavia.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Copia el prompt del Comparador o del Manual.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letra en ChatGPT y en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Marca en rojo lo que un humano debe autorizar.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Practica 8 minutos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Mitad de la sala: ChatGPT. Mitad: Claude. Luego 60 segundos: que NO se debe enviar tal cual?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Fechas inventadas, tono de plantilla, el 10% si no esta aprobado, nombres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2 — Minuta de patio (45 min)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Notas sucias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Criterio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Fila de camiones 2 h.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Lote retenido por humedad.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Radio extra el jueves: no se sabe quien paga.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Decision vs 'se hablo'.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Responsable = cargo, no persona.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falta dato: «no especificado».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Levanten la mano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Quien convirtio un 'se hablo' en un acuerdo cerrado? Eso es el error caro.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Claude suele marcar el hueco. ChatGPT suele dejar el acta 'bonita'. Ninguno es el jefe de patio.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3 — Excel de juguete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Encargo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Participacion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 = cantidad, B = precio, C = A*B.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6 filas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Comprobar 3 celdas a 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voluntario dicta la formula.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Otro busca una celda con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Nadie pega el libro real de la empresa.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4 — Ocho minutos a comite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6 diapositivas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En sala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Hechos / huecos / pedido al comite.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[CIFRA OFICIAL] donde va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Maximo 3 vinetas por slide.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Parejas: una arma estructura, otra el guion.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3 minutos. Luego 1 pareja presenta 60 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resto caza una cifra inventada.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dia a dia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numero.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Analisis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Analisis e investigacion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verificalas.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practica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Ruta: Conocernos, cuentas gratis, Historia y modulos en orden.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ChatGPT: suele ir mas directo y copiable. Claude: suele ser mas cauto y senala lo que falta. En el Comparador cargas ejemplos distintos o pegas tus respuestas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observar (objetivo, no hinchada)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la practica de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la practica de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+ cuerpo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Listas y tablas rapidas.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mas.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de aclaracion.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«No especificado» en vez de inventar.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Votacion en sala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Este caso de queja: quien envia el de ChatGPT? Quien el de Claude? Quien mezcla ambos?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 hay nota. Hay criterio. Guardan la eleccion en el Comparador con un por que de negocio.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solucion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Pruebalo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horas: menos teoria suelta, mas casos.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conocernos, cuentas, historia, A.C.T.I.V.A., prompts, Word, misiones marcables.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 con chequeo, PPT a comite, comparador con ejemplos reales,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bloque: 1 caso Planta Norte + tu cargo (anonimo) + quiz o actividad.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cronograma detallado lo maneja solo el instructor; tu sigues Ruta y Actividades.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Cierre del dia (90 segundos)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Dile a tu vecino: que NO vas a pegar nunca en ChatGPT o Claude.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Nomina, contratos, claves, clientes identificables, recetas o precios oficiales no publicados.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Compromiso (escribir en el chat interno o en papel)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Una tarea de tu semana que haras con las 5 piezas el lunes.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internos. Si no se te ocurre, usa el caso Alfa / patio / Excel de juguete.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