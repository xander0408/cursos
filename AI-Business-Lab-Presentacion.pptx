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38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0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47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51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67.png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A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Cronograma del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1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Apertura y conocernos (20 min): login, ChatGPT y Claude en otra pestana.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Historia de la IA + retos + quiz (incluye ML, deep learning y pioneros).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Fundamentos, como hablar con la IA, prompts y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Cierre: exportar avance y caso de practica (datos ficticios).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2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Excel (validar numeros) y PowerPoint (estructura, no cifras inventadas).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Analisis, productividad y comparador ChatGPT vs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copiar el prompt de tu caso, pegar, verificar,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 y constancia.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Ronda: conocernos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que te quita tiempo esta semana.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de clientes, montos reales ni nombres de terceros. El instructor conecta con tu caso de practica (ficticio).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quien es este curso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Gerencias que usan correo, Word y Excel.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Trabajamos con cuentas GRATIS de ChatGPT y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laboratorio web ordena la practica; la IA vive en otra pestana.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Los casos son inventados (Planta Norte). No uses datos internos.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Historia de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Antes de fechas: tu imagen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oyes inteligencia artificial, que ves?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Robot, pelicula, Excel magico, ChatGPT. Todas valen. Luego las aterrizamos.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Linea de tiempo (referencia visual)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Nacimiento del campo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empezo en 2022.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1950 — Alan Turing: el juego de imitacion (comportamiento).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1956 — Dartmouth: John McCarthy nombra inteligencia artificial.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Tambien: Minsky, Shannon, Newell, Simon, Samuel, Weizenbaum (ELIZA).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Luego inviernos: se prometio demasiado y se corto inversion.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Pioneros (referencia de aula)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tres usos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pronostico).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(vision,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Hinton, LeCun, Bengio; 2012 ImageNet.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 (Vaswani y equipo).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2022 chats masivos (ChatGPT, luego Claude y otros).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Genera texto; no firma ni es tu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herramientas actuales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existe hoy (cambia de nombre, no de idea)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Chats: ChatGPT, Claude, Gemini, Copilot, Grok, Perplexity y similares.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Modelos abiertos: Llama, Mistral y variantes que una empresa puede hospedar.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IA clasica en el negocio: vision de linea, scoring, pronosticos.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Este curso practica dos: ChatGPT Free y Claude Free. El resto se nombra para no confundirlos con el laboratorio.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H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Chatbots y versiones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Principales chatbots (mapa, no ranking)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Todos proponen texto. Ninguno firma tu correo.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(OpenAI): el mas usado en oficina; en clase, cuenta Free.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Claude (Anthropic): util para comparar un entregable; cupo Free limitado.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Gemini (Google): vive cerca de Gmail y Drive si la empresa lo activa.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Copilot (Microsoft): vive cerca de Word, Excel y Teams si hay licencia.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Grok, Perplexity y otros: mismos habitos (contexto, iterar, verificar).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ChatGPT: que hay (brujula, no contrato)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Free (este curso)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Plus / Team / Enterprise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Chat de texto con el modelo gratuito del dia (el que veas en pantalla).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imagenes: tope. No es plan empresa.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Sirve para volumen de practica: correos, estructuras, iterar.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Plus: mas capacidad y, a veces, un modelo mas capaz. Se paga.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Team y Enterprise: admin, facturacion y politicas. No las usamos en aula.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tu empresa ya tiene uno, igual: no pegues datos reales aqui.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Claude: que hay (brujula, no contrato)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Free (este curso)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Pro / Team / Enterprise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creditos (~cada 5 horas). Textos largos gastan mas.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Sirve para COMPARAR un entregable, no para 80 vueltas.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se acaba: mismo prompt en ChatGPT y sigues.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Pro: mas cupo. Se paga. No es requisito del curso.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Team y Enterprise: uso de empresa. No las usamos en aula.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Familia de modelos (Haiku / Sonnet / Opus): mas capaz suele gastar mas.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Cuentas gratis: hasta donde llegan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Free vs Claude Free (ago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 Free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 Free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de chat en el modelo gratuito del dia.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 e imagenes SI tienen tope.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es plan empresa. Gana lo que ves en pantalla.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creditos cada 5 horas aproximadamente.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Textos largos y modelos grandes gastan mas.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Usa Claude para COMPARAR, no para 80 iteraciones.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Plan de aula si se acaba el cupo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Nadie se queda parado.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Sigue en ChatGPT Free con el mismo prompt.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Anota: «Claude pendiente al reiniciar creditos».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subas Excel pesados ni imagenes si no hace falta.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Nunca pegues contratos, nomina, claves o clientes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Que es (y que no es)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Software tradicional vs inteligencia artificial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Software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Inteligencia artificial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Reglas que alguien programo.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entrada, misma salida (si no hay error).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formula de Excel, ERP, un formulario.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el caso no estaba previsto, se detiene o pide a un humano.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Aprende patrones de ejemplos o de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La misma pregunta puede salir con otra redaccion.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ChatGPT, detector de fraude, vision de linea.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sonar segura e inventar. Por eso se verifica.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Niveles de inteligencia artificial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Estrecha (la de hoy): una familia de tareas. Un chat, un pronostico, una camara. No cubre todo tu cargo.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General (AGI): nivel humano en casi cualquier trabajo intelectual. No es lo que tienes en Free. No lo prometas en un informe.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Superinteligencia: mas capaz que las personas en casi todo. Es hipotesis, no producto de este aula.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Aqui usamos IA estrecha generativa: texto. Tu decides y verificas.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Cuatro pasos para usar la IA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Encarga: di la tarea (correo, minuta, estructura de PPT).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Contextualiza: hechos anonimos, tono y formato. Sin nomina ni contratos reales.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Itera: el primer texto es borrador. Pide mas corto, mas formal, sin promesas.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y aplica: cifras y compromisos los confirma una persona. Luego envias o descartas.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loop de la IA (se repite)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Pides con contexto.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La IA propone un borrador.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lees y marcas lo dudoso.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Ajustas el pedido (o el texto a mano) y vuelves a pedir, o cierras.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Verificar no es un extra: es el ultimo giro del loop, siempre.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Puente a A.C.T.I.V.A.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Los 4 pasos son el recorte de gerencia. El laboratorio usa seis letras: Analizar, Contextualizar, Transformar, Iterar, Verificar, Aplicar.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Transformar = pedir el borrador. Verificar y Aplicar = tu criterio y tu firma.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telefono te sugiere la proxima palabra al escribir, pero mucho mas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pronostico.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si/no,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tu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mas formal, mas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unica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Decisiones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informacion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limites: alucinaciones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numero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'alucinacion':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habitos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Humano al final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G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Agentes (contexto rapido)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que esta hecho un agente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el alumno (sin volverse ingeniero)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Que es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Como se componen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agente = rol + objetivo + reglas + (a veces) herramientas.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Aqui: tutores del laboratorio (Nova, Atlas, Spark...).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sustituyen a ChatGPT ni a Claude.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Skill: en que es bueno (ej. verificar cifras).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Limite: no datos internos, no firmar, no inventar leyes.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Humano: siempre aplica y responde.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30 segundos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 agente no es magia: es un encargo con limites. Igual que tu prompt de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En el portal cada tutor muestra su skill y una recomendacion del momento.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situacion, el objetivo y el tono, te dara algo generico.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conversacion, no un boton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Leelo con ojo critico.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'mas corto', 'mas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Recien entonces, usalo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Las 5 piezas de un pedido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generico,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util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turno (2 min): dicta las 5 piezas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En voz alta, con tu vecino: un correo de retraso SIN datos reales. Dile las 5 piezas.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Cliente Alfa, Planta Norte, 3 dias. Prohibido montos y nombres de personas.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M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Metodologia A.C.T.I.V.A.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A.C.T.I.V.A. en un vistazo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Reto en sala: ordena los 6 pasos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Sin mirar el portal: escriban A-C-T-I-V-A en un papel. Luego confirmen en el reto de flechas.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 las flechas no mueven, recarga con Ctrl+F5. Hay que pulsar Continuar en cada leccion para abrir el siguiente modulo.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C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Casos de aula (Planta Norte)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1 — Queja de cliente industrial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Situacion (ficticia)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Que hace el alumno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Cliente Alfa: retraso de 3 dias.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Hay 10% en proxima compra; no hay reembolso.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No conoces la causa raiz todavia.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Copia el prompt del Comparador o del Manual.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Misma letra en ChatGPT y en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Marca en rojo lo que un humano debe autorizar.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Practica 8 minutos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Mitad de la sala: ChatGPT. Mitad: Claude. Luego 60 segundos: que NO se debe enviar tal cual?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Fechas inventadas, tono de plantilla, el 10% si no esta aprobado, nombres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2 — Minuta de patio (45 min)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Notas sucias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Criterio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Fila de camiones 2 h.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Lote retenido por humedad.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Radio extra el jueves: no se sabe quien paga.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Decision vs 'se hablo'.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Responsable = cargo, no persona.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 falta dato: «no especificado».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Levanten la mano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Quien convirtio un 'se hablo' en un acuerdo cerrado? Eso es el error caro.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Claude suele marcar el hueco. ChatGPT suele dejar el acta 'bonita'. Ninguno es el jefe de patio.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3 — Excel de juguete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Encargo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Participacion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 = cantidad, B = precio, C = A*B.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6 filas inventadas.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Comprobar 3 celdas a mano.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Un voluntario dicta la formula.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Otro busca una celda con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Nadie pega el libro real de la empresa.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Caso 4 — Ocho minutos a comite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6 diapositivas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En sala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Hechos / huecos / pedido al comite.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[CIFRA OFICIAL] donde va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Maximo 3 vinetas por slide.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Parejas: una arma estructura, otra el guion.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3 minutos. Luego 1 pareja presenta 60 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El resto caza una cifra inventada.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dia a dia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numero.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Analisis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Analisis e investigacion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verificalas.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practica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Ruta: Conocernos, cuentas gratis, Historia y modulos en orden.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ChatGPT suele ir mas directo. Claude suele marcar huecos. Tu eliges en cada caso.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Mismo prompt, distinta utilidad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observar (objetivo, no hinchada)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ChatGPT, en la practica de oficina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Claude, en la practica de oficina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Asunto + cuerpo listos.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Listas y tablas rapidas.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plantilla y promesas de mas.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Preguntas de aclaracion.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«No especificado» en vez de inventar.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Riesgo: texto largo para un correo corto.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Votacion en sala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Este caso de queja: quien envia el de ChatGPT? Quien el de Claude? Quien mezcla ambos?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 hay nota. Hay criterio. Guardan la eleccion en el Comparador con un por que de negocio.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solucion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Pruebalo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horas: menos teoria suelta, mas casos.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conocernos, cuentas, historia, A.C.T.I.V.A., prompts, Word, misiones marcables.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 con chequeo, PPT a comite, comparador con ejemplos reales,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bloque: 1 caso Planta Norte + tu cargo (anonimo) + quiz o actividad.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cronograma detallado lo maneja solo el instructor; tu sigues Ruta y Actividades.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Cierre del dia (90 segundos)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Dile a tu vecino: que NO vas a pegar nunca en ChatGPT o Claude.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Nomina, contratos, claves, clientes identificables, recetas o precios oficiales no publicados.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Compromiso (escribir en el chat interno o en papel)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Una tarea de tu semana que haras con las 5 piezas el lunes.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internos. Si no se te ocurre, usa el caso Alfa / patio / Excel de juguete.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