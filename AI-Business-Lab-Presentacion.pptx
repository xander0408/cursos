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ChatGPT y Claude · Curso de 16 horas (2 viernes)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Bienvenidos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Hoy empezamos un viaje practico.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saber de tecnologia ni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Vas a aprender a usar la IA como una herramienta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Todo con ejemplos reales de oficina.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Al final, resolveras un problema real de TU trabajo.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Primero, tranquilos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es como un asistente nuevo muy rapido...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...que sabe escribir y ordenar ideas, pero NO conoce tu empresa y a veces se equivoca con seguridad. Tu lo diriges y revisas su trabajo.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Que es la Inteligencia Artificial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telefono te sugiere la proxima palabra al escribir, pero mucho mas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pronostico.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si/no,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tu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mas formal, mas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unica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Decisiones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informacion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limites: alucinaciones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numero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'alucinacion':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habitos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situacion, el objetivo y el tono, te dara algo generico.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conversacion, no un boton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Leelo con ojo critico.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'mas corto', 'mas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Recien entonces, usalo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 buen pedido tiene 5 partes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ROL: quien debe ser la IA (analista, redactor...).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CONTEXTO: la situacion, sin datos sensibles.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OBJETIVO: que debe lograr exactamente.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FORMATO: como debe verse (correo, tabla, viñetas).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RESTRICCIONES: que NO debe hacer.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generico,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util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dia a dia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numero.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Analisis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Analisis e investigacion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verificalas.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practica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Modulos: lecciones y retos con explicacion.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Usaras el mismo pedido en ambos y eliges cual te sirve mas EN CADA CASO. Aprendes a decidir por utilidad, no por marca.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solucion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Pruebalo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 en total: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fundamentos, como hablar con la IA, prompts y Word.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Excel, PowerPoint, analisis, productividad y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tema: explicacion + practica + quiz de repaso.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Siempre con ejemplos de tu entorno laboral.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